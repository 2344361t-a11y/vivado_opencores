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52dceac6094685" /><Relationship Type="http://schemas.openxmlformats.org/officeDocument/2006/relationships/extended-properties" Target="/docProps/app.xml" Id="R106e18fbf8594668" /><Relationship Type="http://schemas.openxmlformats.org/officeDocument/2006/relationships/officeDocument" Target="/ppt/presentation.xml" Id="R1bb431f24cb841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2a9fd900d4004"/>
  </p:sldMasterIdLst>
  <p:notesMasterIdLst>
    <p:notesMasterId xmlns:r="http://schemas.openxmlformats.org/officeDocument/2006/relationships" r:id="R6cf9f473bc974e94"/>
  </p:notesMasterIdLst>
  <p:sldIdLst>
    <p:sldId xmlns:r="http://schemas.openxmlformats.org/officeDocument/2006/relationships" id="256" r:id="R2bd5cad9639743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1423332634b9c" /><Relationship Type="http://schemas.openxmlformats.org/officeDocument/2006/relationships/slideMaster" Target="/ppt/slideMasters/slideMaster1.xml" Id="Rc042a9fd900d4004" /><Relationship Type="http://schemas.openxmlformats.org/officeDocument/2006/relationships/notesMaster" Target="/ppt/notesMasters/notesMaster1.xml" Id="R6cf9f473bc974e94" /><Relationship Type="http://schemas.openxmlformats.org/officeDocument/2006/relationships/presProps" Target="/ppt/presProps.xml" Id="R717dba46b7484107" /><Relationship Type="http://schemas.openxmlformats.org/officeDocument/2006/relationships/tableStyles" Target="/ppt/tableStyles.xml" Id="R6987b43f50b9489d" /><Relationship Type="http://schemas.openxmlformats.org/officeDocument/2006/relationships/slide" Target="/ppt/slides/slide1.xml" Id="R2bd5cad9639743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9f85e457942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e1637c2ff040ed" /><Relationship Type="http://schemas.openxmlformats.org/officeDocument/2006/relationships/notesMaster" Target="/ppt/notesMasters/notesMaster1.xml" Id="R5a5dca541b73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aef733a9e4b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0a379605e4689" /><Relationship Type="http://schemas.openxmlformats.org/officeDocument/2006/relationships/slideLayout" Target="/ppt/slideLayouts/slideLayout1.xml" Id="R00767b1f370942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767b1f370942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558535739475c" /><Relationship Type="http://schemas.openxmlformats.org/officeDocument/2006/relationships/notesSlide" Target="/ppt/notesSlides/notesSlide1.xml" Id="R4459e8a3e2b7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4C21A-2EF1-4E78-86D3-54B4EC0D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190625"/>
            <a:ext cx="21621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2AD26-EB81-4C76-9094-36AB49C8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28775"/>
            <a:ext cx="21621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14A2E-28D7-4B29-8E45-C898701F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66925"/>
            <a:ext cx="21621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27E3B-6B39-4A7F-AEBA-E4C717E2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21621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CC157-6B0E-40EF-BF96-305780C4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43225"/>
            <a:ext cx="21621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05669-E562-4F6C-83A8-423049D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21621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400DD-93AE-4CB9-8285-DEC804F7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19525"/>
            <a:ext cx="21621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C70D7-773F-45B3-9D1B-DA519AF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95825"/>
            <a:ext cx="2162175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9BECD-93E2-4864-B562-04A5AA4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33975"/>
            <a:ext cx="2162175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CBFE4-16F9-4A80-91A1-E9D310C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72125"/>
            <a:ext cx="2162175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42433"/>
          </a:solidFill>
          <a:ln xmlns:a="http://schemas.openxmlformats.org/drawingml/2006/main" w="0">
            <a:solidFill>
              <a:srgbClr val="042433"/>
            </a:solidFill>
            <a:prstDash val="solid"/>
          </a:ln>
        </p:spPr>
      </p:sp>
      <p:sp>
        <p:nvSpPr>
          <p:cNvPr id="11" name="testbench-frame">
            <a:extLst xmlns:a="http://schemas.openxmlformats.org/drawingml/2006/main">
              <a:ext uri="{FF2B5EF4-FFF2-40B4-BE49-F238E27FC236}">
                <a16:creationId xmlns:a16="http://schemas.microsoft.com/office/drawing/2014/main" id="{851FE99D-B929-4E29-A6A1-09B4DAE3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800100"/>
            <a:ext cx="2314575" cy="5848350"/>
          </a:xfrm>
          <a:prstGeom xmlns:a="http://schemas.openxmlformats.org/drawingml/2006/main" prst="roundRect">
            <a:avLst>
              <a:gd name="adj" fmla="val 82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2" name="dut-frame">
            <a:extLst xmlns:a="http://schemas.openxmlformats.org/drawingml/2006/main">
              <a:ext uri="{FF2B5EF4-FFF2-40B4-BE49-F238E27FC236}">
                <a16:creationId xmlns:a16="http://schemas.microsoft.com/office/drawing/2014/main" id="{BEAE16BF-8B0D-463D-8590-0853DAD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2352675" cy="5848350"/>
          </a:xfrm>
          <a:prstGeom xmlns:a="http://schemas.openxmlformats.org/drawingml/2006/main" prst="roundRect">
            <a:avLst>
              <a:gd name="adj" fmla="val 485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36EEF-415D-4734-B7FC-142843AC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1000"/>
            <a:ext cx="2314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tb_spi_slave.v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4532D-2D23-4C2F-9B32-61FE3A91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10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spi_slave.v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AA3AD-F9D1-4115-8E5E-7F4EA4DC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430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23857-1AB3-4149-BCC3-CD0B72F7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1430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C45D1-2923-422D-8969-30AEA8C9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1239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rstb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D33F2-552C-404F-A667-2E5F6D8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239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rstb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A2D2D-BC23-49F0-A0B6-DE4FF6B0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811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4390C-B7B1-47C2-8366-1ACD3C03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5811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260A7-B13D-4D7D-9F9E-0E23A20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621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ten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B44DD-1562-414E-BF04-DC348D47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621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2980E-F816-4CD5-99EC-DE82733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02DC2-27F8-42AC-AE88-2E935810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193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BBC3F-CAE3-470C-A06B-29F97605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002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tdata[7:0]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D79A4-B9AD-4622-8487-184094B9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tdata[7:0]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6E59F-6863-4A64-8D29-AB772C6D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3941E-25EB-4D81-BCF3-09231D3F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E44C1-5A94-4851-ADF2-ECB06026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mlb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E59D3F-87FB-4AE7-91CE-F15B1890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mlb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BCEB38-B3EE-409B-B69A-25F771AC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956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5214E-6738-4EE4-BCC6-EDD7AEAA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956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EB0E3F-04DF-46F0-83F0-8F28393A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5C686E-A846-4632-8646-172DCC51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765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99F028-5595-47F0-BF0C-258FF56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AEC724-BE9A-4105-891C-9CD43AEE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3337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1CBFD-7CEC-4CA8-ADD7-A58939D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147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BBA4A1-7310-4B10-AD4A-B762F03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0CC67F-D679-46ED-8F39-25A8BE7B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719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98DADA-9DA3-4484-80DB-47B15AF3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7719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8649AB-40D8-4F2B-88F9-60172E5A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528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sdin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869E82-EBDD-4C31-8E9B-8AD0D310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sdin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EA3F6C-2407-4DD2-A839-2B315D24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19216E-7DC9-4FDA-854F-25223F43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6482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62DAB3-4F69-4490-9E28-630DDA35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291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sdout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775464-5028-40EB-914C-408F7D54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sdout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D1D830-DE2C-49C2-B1FB-68E19D0E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863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C280A5-2F37-4F7C-B422-874D73A9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8635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CD8D53-DA2A-4128-8349-3912312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673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done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F9E85F-B2FC-41AA-BE7D-E257C638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673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done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81BAA9-5B90-42A7-81E6-9807D89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245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76E2F4-02A5-444E-8482-F36BC59E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5245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81B23B-7A55-45D6-8ECC-271E750A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054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rdata[7:0]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E4356A-8E4D-499D-BDEA-B24D2FDA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054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424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042433"/>
                </a:solidFill>
                <a:latin typeface="Yu Gothic"/>
                <a:ea typeface="Yu Gothic"/>
                <a:cs typeface="Yu Gothic"/>
              </a:rPr>
              <a:t>rdata[7:0]</a:t>
            </a:r>
          </a:p>
        </p:txBody>
      </p:sp>
    </p:spTree>
    <p:extLst>
      <p:ext uri="{BB962C8B-B14F-4D97-AF65-F5344CB8AC3E}">
        <p14:creationId xmlns:p14="http://schemas.microsoft.com/office/powerpoint/2010/main" val="1694033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2026-06-24T11:02:36.3640000Z</dcterms:created>
  <dcterms:modified xsi:type="dcterms:W3CDTF">2026-06-24T11:02:36.3640000Z</dcterms:modified>
</coreProperties>
</file>