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781898b0c04508" /><Relationship Type="http://schemas.openxmlformats.org/officeDocument/2006/relationships/extended-properties" Target="/docProps/app.xml" Id="Rbbe2132684634d83" /><Relationship Type="http://schemas.openxmlformats.org/officeDocument/2006/relationships/officeDocument" Target="/ppt/presentation.xml" Id="R9a00b85bf28242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a979b1915b4c8d"/>
  </p:sldMasterIdLst>
  <p:notesMasterIdLst>
    <p:notesMasterId xmlns:r="http://schemas.openxmlformats.org/officeDocument/2006/relationships" r:id="R28dff08a981740e4"/>
  </p:notesMasterIdLst>
  <p:sldIdLst>
    <p:sldId xmlns:r="http://schemas.openxmlformats.org/officeDocument/2006/relationships" id="256" r:id="Rf377b4692eb04c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031edc2a74102" /><Relationship Type="http://schemas.openxmlformats.org/officeDocument/2006/relationships/slideMaster" Target="/ppt/slideMasters/slideMaster1.xml" Id="Ra8a979b1915b4c8d" /><Relationship Type="http://schemas.openxmlformats.org/officeDocument/2006/relationships/notesMaster" Target="/ppt/notesMasters/notesMaster1.xml" Id="R28dff08a981740e4" /><Relationship Type="http://schemas.openxmlformats.org/officeDocument/2006/relationships/presProps" Target="/ppt/presProps.xml" Id="Rff3994424b0b4262" /><Relationship Type="http://schemas.openxmlformats.org/officeDocument/2006/relationships/tableStyles" Target="/ppt/tableStyles.xml" Id="R016028c02b41466c" /><Relationship Type="http://schemas.openxmlformats.org/officeDocument/2006/relationships/slide" Target="/ppt/slides/slide1.xml" Id="Rf377b4692eb04c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e9c3c0786149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a243ac00294d97" /><Relationship Type="http://schemas.openxmlformats.org/officeDocument/2006/relationships/notesMaster" Target="/ppt/notesMasters/notesMaster1.xml" Id="R72bcc39c4e6b42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f6c2ebf9740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256417582e4121" /><Relationship Type="http://schemas.openxmlformats.org/officeDocument/2006/relationships/slideLayout" Target="/ppt/slideLayouts/slideLayout1.xml" Id="Rf6bbd984539f44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bbd984539f44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6990844f8428c" /><Relationship Type="http://schemas.openxmlformats.org/officeDocument/2006/relationships/notesSlide" Target="/ppt/notesSlides/notesSlide1.xml" Id="Rd919ee61628841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EEA0CF-A254-4AA7-8934-F13E7CCA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6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tb_sha256.v</a:t>
            </a:r>
          </a:p>
        </p:txBody>
      </p:sp>
      <p:sp>
        <p:nvSpPr>
          <p:cNvPr id="2" name="tb-block">
            <a:extLst xmlns:a="http://schemas.openxmlformats.org/drawingml/2006/main">
              <a:ext uri="{FF2B5EF4-FFF2-40B4-BE49-F238E27FC236}">
                <a16:creationId xmlns:a16="http://schemas.microsoft.com/office/drawing/2014/main" id="{0D42CD13-837C-4A3D-AABF-3B4A1EEA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43000"/>
            <a:ext cx="2571750" cy="4762500"/>
          </a:xfrm>
          <a:prstGeom xmlns:a="http://schemas.openxmlformats.org/drawingml/2006/main" prst="roundRect">
            <a:avLst>
              <a:gd name="adj" fmla="val 592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08508-BEA9-4385-97E7-3FC4EF5C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sha256.v</a:t>
            </a:r>
          </a:p>
        </p:txBody>
      </p:sp>
      <p:sp>
        <p:nvSpPr>
          <p:cNvPr id="4" name="sha256-block">
            <a:extLst xmlns:a="http://schemas.openxmlformats.org/drawingml/2006/main">
              <a:ext uri="{FF2B5EF4-FFF2-40B4-BE49-F238E27FC236}">
                <a16:creationId xmlns:a16="http://schemas.microsoft.com/office/drawing/2014/main" id="{26C0BD2F-A8DE-4052-A6C8-24465D82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2571750" cy="4762500"/>
          </a:xfrm>
          <a:prstGeom xmlns:a="http://schemas.openxmlformats.org/drawingml/2006/main" prst="roundRect">
            <a:avLst>
              <a:gd name="adj" fmla="val 592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81E6E-87DD-4F5C-B6ED-79F72098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CA6F9-87F4-4FFA-8CD6-3AFA189E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A9416-3B3B-4E47-8DF1-BCEC2BD5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47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clk_i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9CC94-299D-48BD-864E-24B24882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47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clk_i</a:t>
            </a:r>
          </a:p>
        </p:txBody>
      </p: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16192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2433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D1CE1-7359-460C-9AFA-08E672E6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665F2-C593-42B8-A139-50318B2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964BA-026C-48F9-BE03-71DFB6E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rst_i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8E2FF-20EA-4716-9912-3A3FD51C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rst_i</a:t>
            </a:r>
          </a:p>
        </p:txBody>
      </p: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953000" y="2286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2433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617DC-03B8-45A6-992D-F9E76A12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7D3C8-DBBB-4FD7-A3AB-1AE89780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921C1-6CFC-4826-8440-B480932A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text_i[31:0]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1D0A9-642C-4FDC-B4D4-5638BA3C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text_i[31:0]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953000" y="29527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2433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3E22E-A8FF-4F55-A54B-0280AAD1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61D2E-37A1-42DD-B8CF-B5853FCE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BD49D-4040-4195-A483-8A9059DF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48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cmd_i[2:0]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E1E984-AA06-4E23-B1E1-99538394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cmd_i[2:0]</a:t>
            </a:r>
          </a:p>
        </p:txBody>
      </p: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953000" y="36195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2433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5234B-A376-4B8A-93C2-D4BCA315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910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F3296-FFB9-47B6-9278-ABB368E3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61418B-D4AF-4789-84A7-4404FD72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14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cmd_w_i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E06A40-A247-4450-AA92-8B6512AA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cmd_w_i</a:t>
            </a:r>
          </a:p>
        </p:txBody>
      </p: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953000" y="42862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2433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AE4FF1-DB63-47AB-AFAA-A1DB3459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E6CDE9-9716-4F80-AF22-4EC5EE95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1A9DCC-3515-4238-9D54-BD630BE8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76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text_o[31:0]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D82B24-28D0-42D7-85F4-B936065D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76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text_o[31:0]</a:t>
            </a:r>
          </a:p>
        </p:txBody>
      </p:sp>
      <p:cxnSp>
        <p:nvCxnSpPr>
          <p:cNvPr id="74" name=""/>
          <p:cNvCxnSpPr>
            <a:stCxn xmlns:a="http://schemas.openxmlformats.org/drawingml/2006/main" id="31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4953000" y="50482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2433"/>
            </a:solidFill>
            <a:prstDash val="soli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6EC262-B94B-4C91-A07C-415E7C1C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245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A00B8-25F6-418A-BF9F-E01CE34C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424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8A65EC-131A-4349-98BE-5DCD4F59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448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cmd_o[3:0]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2BEAB7-FA0B-4649-A553-8555E53C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48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42433"/>
                </a:solidFill>
              </a:defRPr>
            </a:pPr>
            <a:r>
              <a:rPr sz="1800" b="0">
                <a:solidFill>
                  <a:srgbClr val="042433"/>
                </a:solidFill>
              </a:rPr>
              <a:t>cmd_o[3:0]</a:t>
            </a:r>
          </a:p>
        </p:txBody>
      </p:sp>
      <p:cxnSp>
        <p:nvCxnSpPr>
          <p:cNvPr id="79" name=""/>
          <p:cNvCxnSpPr>
            <a:stCxn xmlns:a="http://schemas.openxmlformats.org/drawingml/2006/main" id="36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4953000" y="56197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2433"/>
            </a:solidFill>
            <a:prstDash val="solid"/>
            <a:tailEnd type="arrow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8E0F88-15FA-4337-9F40-91E924AE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91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42433"/>
                </a:solidFill>
              </a:defRPr>
            </a:pPr>
            <a:r>
              <a:rPr sz="1500" b="0">
                <a:solidFill>
                  <a:srgbClr val="042433"/>
                </a:solidFill>
              </a:rPr>
              <a:t>512 bit block input is supplied as 16 x 32 bit words; 256 bit digest is read as 8 x 32 bit words.</a:t>
            </a:r>
          </a:p>
        </p:txBody>
      </p:sp>
    </p:spTree>
    <p:extLst>
      <p:ext uri="{BB962C8B-B14F-4D97-AF65-F5344CB8AC3E}">
        <p14:creationId xmlns:p14="http://schemas.microsoft.com/office/powerpoint/2010/main" val="847352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2026-06-25T06:33:23.3480000Z</dcterms:created>
  <dcterms:modified xsi:type="dcterms:W3CDTF">2026-06-25T06:33:23.3480000Z</dcterms:modified>
</coreProperties>
</file>